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37154-94C8-4C2C-B547-8CF63037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  <a:latin typeface="Algerian" panose="04020705040A02060702" pitchFamily="82" charset="0"/>
              </a:rPr>
              <a:t>Web</a:t>
            </a:r>
            <a:r>
              <a:rPr lang="en-US" dirty="0"/>
              <a:t> </a:t>
            </a:r>
            <a:r>
              <a:rPr lang="en-US" dirty="0">
                <a:solidFill>
                  <a:schemeClr val="accent2"/>
                </a:solidFill>
                <a:latin typeface="Algerian" panose="04020705040A02060702" pitchFamily="82" charset="0"/>
              </a:rPr>
              <a:t>Dev</a:t>
            </a:r>
            <a:r>
              <a:rPr lang="en-US" dirty="0"/>
              <a:t> </a:t>
            </a:r>
            <a:r>
              <a:rPr lang="en-US" dirty="0">
                <a:solidFill>
                  <a:schemeClr val="accent5"/>
                </a:solidFill>
                <a:latin typeface="Agency FB" panose="020B0503020202020204" pitchFamily="34" charset="0"/>
              </a:rPr>
              <a:t>Class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6EBF00-E843-449F-9004-6DC31AC83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accent2"/>
                </a:solidFill>
                <a:latin typeface="Bahnschrift SemiLight SemiConde" panose="020B0502040204020203" pitchFamily="34" charset="0"/>
              </a:rPr>
              <a:t>Coding class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32FCD7F9-7B0E-4A9D-954F-C5BFE92579B9}"/>
              </a:ext>
            </a:extLst>
          </p:cNvPr>
          <p:cNvSpPr/>
          <p:nvPr/>
        </p:nvSpPr>
        <p:spPr>
          <a:xfrm>
            <a:off x="4651513" y="2835965"/>
            <a:ext cx="318052" cy="59303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19CDC29-019D-4CCC-B8BF-AA92FC28754F}"/>
              </a:ext>
            </a:extLst>
          </p:cNvPr>
          <p:cNvSpPr/>
          <p:nvPr/>
        </p:nvSpPr>
        <p:spPr>
          <a:xfrm>
            <a:off x="3882887" y="3710609"/>
            <a:ext cx="344556" cy="2517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22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DE4AB-89C0-4B24-81E2-E06766CCF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95B6D0-5D83-4838-82B9-F762BC3FBC41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70F2EB-755B-4FF9-92D8-51B873E6FB6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60688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</TotalTime>
  <Words>5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Agency FB</vt:lpstr>
      <vt:lpstr>Algerian</vt:lpstr>
      <vt:lpstr>Arial</vt:lpstr>
      <vt:lpstr>Bahnschrift SemiLight SemiConde</vt:lpstr>
      <vt:lpstr>Trebuchet MS</vt:lpstr>
      <vt:lpstr>Wingdings 3</vt:lpstr>
      <vt:lpstr>Facet</vt:lpstr>
      <vt:lpstr>Web Dev Class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 Class</dc:title>
  <dc:creator>Toheeb</dc:creator>
  <cp:lastModifiedBy>Toheeb</cp:lastModifiedBy>
  <cp:revision>4</cp:revision>
  <dcterms:created xsi:type="dcterms:W3CDTF">2026-01-27T14:04:12Z</dcterms:created>
  <dcterms:modified xsi:type="dcterms:W3CDTF">2026-02-03T10:18:36Z</dcterms:modified>
</cp:coreProperties>
</file>